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60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8BBDD"/>
                </a:solidFill>
                <a:latin typeface="Microsoft YaHei"/>
              </a:defRPr>
            </a:pPr>
            <a:r>
              <a:t>Apple Neural Engine (ANE) 逆向工程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第23章  程序和容器格式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CCEE"/>
                </a:solidFill>
                <a:latin typeface="Microsoft YaHei"/>
              </a:defRPr>
            </a:pPr>
            <a:r>
              <a:t>Program and Container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基于 ANE_Paper_part1.html 中文翻译版整理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摘要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23.1  两层架构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23.2  调度描述符（Dispatch Descriptor）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23.3  硬件任务描述符（Hardware Task Descriptor）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23.4  解码后的程序（A Decoded Program）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23.5  磁盘上容器，逐段解码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    23.5.1  任务描述符链表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    23.5.2  权重分块和每通道命名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    23.5.3  Stabs 风格形状描述符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    23.5.4  构建清单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23.6  元素类型和操作枚举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Microsoft YaHei"/>
              </a:defRPr>
            </a:pPr>
            <a:r>
              <a:t>23.7  提交 ABI（Submission ABI）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r>
              <a:t>编译后的网络以两层文件到达引擎：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r>
              <a:t>  • 调度描述符（Dispatch Descriptor）：FlatBuffer 格式，命名操作并绑定缓冲区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r>
              <a:t>  • 硬件容器（Hardware Container）：Mach-O 形状（魔数 0xbeefface），含寄存器写入程序 + 权重库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r>
              <a:t>关键特性：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r>
              <a:t>  • 描述符跟踪调度次数，而非操作次数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r>
              <a:t>  • 融合图缩减为单个推理操作，前后由输入/输出转换包围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r>
              <a:t>  • 桥接切割每段增加一个推理操作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r>
              <a:t>硬件任务描述符：ZinAneTdHw_v10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r>
              <a:t>  • 七组寄存器映像，44 字节记录的稀疏序列化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Microsoft YaHei"/>
              </a:defRPr>
            </a:pPr>
            <a:r>
              <a:t>  • 缓冲区基址为加载时解析的重定位槽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23.1  两层架构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格式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标签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中间语言文本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文本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versioned 3520.4.1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编译器的输入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网络描述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属性列表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version 1.0.10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层和连线图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硬件容器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Mach-O 形状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0xbefface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寄存器写入程序 + 权重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调度描述符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FlatBuffer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vtable 0c00...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运行时提交的操作链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加载的程序映像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Mach-O 形状，已签名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0xbefface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同一容器，每加载虚拟化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固件容器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分段 blob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ANEH / ANEP / ANES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封装内加载形式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调度描述符位于中间语言操作级别之上：操作链作为参数化程序结构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硬件容器位于该级别之下：寄存器写入流 + 权重系数 + 类型化 I/O 布局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硬件容器与加载的程序映像共用字节格式（加载后地址重定位已解析）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分层：调度描述符 → 硬件容器 → 任务描述符寄存器组 → DMA/乘法阵列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23.2  调度描述符 — 根表结构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表 23.2  调度描述符根表的四个字段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Voffset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符号和段名称向量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symbol_names: [string]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构建信息键值对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build_info: BuildInfo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段描述符向量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sections: [Section]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内联标量，值 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format_version: int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E5Program FlatBuffer 模式（清单 23.1）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50292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rPr dirty="0"/>
              <a:t>table E5Program {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symbol_names</a:t>
            </a:r>
            <a:r>
              <a:rPr dirty="0"/>
              <a:t>: [string];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build_info</a:t>
            </a:r>
            <a:r>
              <a:rPr dirty="0"/>
              <a:t>: </a:t>
            </a:r>
            <a:r>
              <a:rPr dirty="0" err="1"/>
              <a:t>BuildInfo</a:t>
            </a:r>
            <a:r>
              <a:rPr dirty="0"/>
              <a:t>;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rPr dirty="0"/>
              <a:t>    sections: [Section];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format_version</a:t>
            </a:r>
            <a:r>
              <a:rPr dirty="0"/>
              <a:t>: int;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rPr dirty="0" err="1"/>
              <a:t>enum</a:t>
            </a:r>
            <a:r>
              <a:rPr dirty="0"/>
              <a:t> </a:t>
            </a:r>
            <a:r>
              <a:rPr dirty="0" err="1"/>
              <a:t>OpType</a:t>
            </a:r>
            <a:r>
              <a:rPr dirty="0"/>
              <a:t> : </a:t>
            </a:r>
            <a:r>
              <a:rPr dirty="0" err="1"/>
              <a:t>ubyte</a:t>
            </a:r>
            <a:r>
              <a:rPr dirty="0"/>
              <a:t> { Cast, </a:t>
            </a:r>
            <a:r>
              <a:rPr dirty="0" err="1"/>
              <a:t>AneInference</a:t>
            </a:r>
            <a:r>
              <a:rPr dirty="0"/>
              <a:t>, </a:t>
            </a:r>
            <a:r>
              <a:rPr dirty="0" err="1"/>
              <a:t>EirInference</a:t>
            </a:r>
            <a:r>
              <a:rPr dirty="0"/>
              <a:t>, ...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474720"/>
            <a:ext cx="5760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操作集固定，12 个属性序列化模板实例化完整集合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张量和表面描述符各有固定字段列表（来自运行时类型编码字符串）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规范程序形状：Op0_Cast → Op1_AneInference → Op2_Cast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属性 Blob 是嵌套 FlatBuffer 子描述符（非展开微码），字节多样性 0.19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描述符深度不变：1 操作图与 6 操作融合图都缩减为单推理操作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23.2  调度描述符 — 序列化器方法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表 23.3  反编绎后序列化器方法 → 模式元素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SerializeFunction     → 表 Function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SerializeBlock        → 表 Block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SerializeOperation    → 表 Operation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SerializeOpArgFrame   → __arg_frame 段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SerializeOperand      → 表 Operand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SerializeIOPort       → 表 IOPort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SerializeBuildInfo    → 表 BuildInfo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SerializeAliasSymbol  → 表 AliasSymbol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SerializeOpAttrs&lt;T&gt;   → 联合体 OpAttrs / 枚举 OpType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模式从序列化器符号族恢复（非嵌入式反射），运行时剥离二进制模式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每个操作有参数帧（操作数绑定 + 每轴张量布局）和属性 blob（内核参数）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描述符大小不随计算形状变化（64 vs 256 内维度 → 相同大小）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两个性质：深度不变 &amp; 跟踪调度次数而非操作次数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23.3  硬件任务描述符 — 七组寄存器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表 23.4  硬件任务描述符的七个寄存器组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903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结构体基址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寄存器数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寄存器基址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内核和公共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+0x2c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0x5500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内核 DMA 使能/格式/步幅/任务类型/网络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+0xfc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I/O 宽度/高度/深度/通道/组/转置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Tile DMA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0x4d00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三 tile-DMA 引擎：使能/缓存提示/基地址/步幅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逐元素和平面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+0x26c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0x4100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逐元素及平面引擎配置/填充模式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L2 和纹理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+0x2ec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0x4500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L2 源和结果配置/纹理模式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内核格式和操作模式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+0x32c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0x4900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操作模式/内核对齐/稀疏和调色板/偏置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L2 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0x5100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L2 结果基地址/步幅/环绕/结果格式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114800"/>
            <a:ext cx="11612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M1 代使用 ZinAneTdHw_v10：扁平寄存器映像，编译时逐字段填充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版本族因代而异（偏移量、寄存器地址、字段宽度均变化）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空间维度 15-bit，通道维度 17-bit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四 DMA 引擎（输入 tile / 第二操作数 / 输出 tile / 内核），基地址为重定位槽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序列化器稀疏发出映像：仅值与默认不同时出现 → 小型收缩仅 6-8 记录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每条记录固定 44 字节：计数标记 + IOMMU 寄存器地址 + 设备地址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23.3  硬件任务描述符 — 重定位映射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表 23.5  v10 重定位寄存器映射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重定位寄存器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槽位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0x1344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输入 tile 读取基地址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0x134a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第二操作数读取基地址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0x1442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输出 tile 写入基地址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0x1554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内核偏置流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0x1558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内核后缩放流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0x155c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内核调色板查找流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0x1560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内核激活查找流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822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清单 23.3  维度与 DMA 字段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576072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Win   @0x0f4  mask 0x07fff   /* 输入宽度 15-bit */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Hin   @0x0f6  mask 0x07fff   /* 输入高度 15-bit */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Cin   @0x100  mask 0x1ffff   /* 输入通道 17-bit */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Cout  @0x104  mask 0x1ffff   /* 输出通道 17-bit */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OCGSize @0x118  mask 0x07    /* 输出通道组大小 3-bit */</a:t>
            </a:r>
          </a:p>
          <a:p>
            <a:pPr>
              <a:spcAft>
                <a:spcPts val="100"/>
              </a:spcAft>
              <a:defRPr sz="900">
                <a:solidFill>
                  <a:srgbClr val="1A1A2E"/>
                </a:solidFill>
                <a:latin typeface="Consolas"/>
              </a:defRPr>
            </a:pPr>
            <a:r>
              <a:t>numGroups @0x11c mask 0x1fff /* 卷积组 13-bit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11612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卷积+折叠批归一化 → 4 独立权重流（偏置/后缩放/调色板/激活查找）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每个 DMA 步幅为 26-bit 有符号字段（位 6），按芯片边界表范围检查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重定位可写入设备地址 / 片上存储器 ID / 缓冲区偏移量等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运行时变量形状/步幅作为 live-in 参数绑定，避免重新编译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M1 v10 省略计算缓存 DMA 引擎 → 常驻状态退化为共享缓冲区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23.4  解码后的程序 — 段映射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Microsoft YaHei"/>
              </a:defRPr>
            </a:pPr>
            <a:r>
              <a:t>64→64 半精度线性层（单位权重矩阵）— M1 最小真实程序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表 23.6  单位线性层容器的段映射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段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节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虚拟地址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大小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保护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0x00000000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0x4000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保护页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const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0x30008000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0x80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读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输入 aperture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0x3000c000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输出 aperture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0x30010000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0x474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读+执行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寄存器写入程序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0x30018000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权重系数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931920"/>
            <a:ext cx="11612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段保护编码硬件读写方向：输入/权重 = R，输出 = W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两个端口描述符：{byteSize, apertureVA, nameRef} 绑定 t0→输入, t2→输出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text 段 0x474 B：12 B 头部 + 稀疏打包寄存器映像（2 个 TD 块）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23.4  寄存器写入程序逐记录解码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表 23.7  寄存器写入程序逐记录解码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偏移量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字节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00 00 00 00 00 00 9c 00 08 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大小和版本字，寄存器计数基址 0x408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TD-0 +0x010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28 00 00 00 ...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记录标记 0x28，tile-DMA 基地址重定位槽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TD-0 +0x034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 次 80 00 00 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 个 OCG 分区每组值 0x80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TD-0 +0x0c8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21 a0 00 50 41 20 00 00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寄存器 0x5021 = 0x2041，内核公共记录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TD-0 +0x128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31 20 00 01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op-config 0x2031，启动操作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TD-1 +0x234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 次 81 00 00 00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第二描述符 16 分区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TD-1 +0x274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00 02 04 ... 1e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 个 OCG 偏移索引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TD-1 +0x470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31 20 30 01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op-config 变体，终止程序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572000"/>
            <a:ext cx="11612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16 宽寄存器运行 = 16 个 OCG 分区的二进制形式（每个对应一个权重子内核）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内核公共记录 0x5021 = 0x2041 在两个 TD 块中相同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实时 M1 任务描述符流：3 个 ZinAneTd&lt;7u&gt; 记录通过 +0x1c 指针链接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23.4  操作码字与容器头部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表 23.8  v7 代码生成操作码字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操作码字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卷积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0x5042a063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Reduce-mean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0x5000a021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矩阵乘法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0x5000b021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表 23.9  容器头部字段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0" y="109728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偏移量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0xbeefface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引擎计算可执行文件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0x04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cputype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0x80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引擎伪架构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cpusubtype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H13 代码生成修订版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0x0c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filetype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可执行文件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ncmds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加载命令数量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0x14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sizeofcmds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0x32d8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加载命令字节数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3657600"/>
            <a:ext cx="11612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高半字 0x5042/0x5000 共享，低 16 位区分操作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容器头部 32 字节 Mach-O 形状块，15 加载命令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构建信息横幅记录工具链 zin_ane_compiler v9.509.0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容器符号表含 24 条目元素类型目录（半精度=5, 8-bit float=16, int4=23）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权重分块固定：卷积 0xC0 步幅，矩阵乘 0x40 步幅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23.5  磁盘上容器逐段解码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第二样本：64 KiB h13g 容器，确认同一格式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格式证明：魔数 0xbeefface = 小端 CE FA EF BE（真 64-bit Mach-O 为 0xfeedfacf）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修补 4 字节后 otool/rabin2 可解析；内核内加载器直接接受引擎魔数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段命令：__FVMLIB / __TEXT / __KERN_0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  • __FVMLIB 窗口：fileoff=filesize=0，仅虚拟内存声明，提交时由内核映射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  • 窗口段对齐 0x4000（16 KiB 页粒度），TD/权重段对齐 0x40（64 B tile 粒度）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23.5.1 任务描述符链表：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  • 3 个 ZinAneTd 记录，通过 +0x1c 的 next-offset 字段链接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  • 0x000 → 0x300 → 0x500 → 终止符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23.5.1  任务描述符头部字段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表 23.11  ZinAneTd 头部字段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偏移量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索引和标志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16-bit 索引 + 标志高字节，0x03 标记最后/障碍记录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+0x04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大小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每描述符大小或延迟字段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操作和引擎配置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操作类型字，低字节区分引擎通道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+0x10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配置掩码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引擎配置掩码（共享 0x00fff8xx 前缀）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DMA 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DMA 或计算描述符字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+0x1c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下一个偏移量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下一描述符字节偏移，尾部为 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657600"/>
            <a:ext cx="11612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23.5.2 权重分块：64 字节对齐 tile，每引擎计算通道一个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命名：K&lt;sha256&gt;_ne_&lt;i&gt;，索引 i 选择通道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分块规则：min(8, 通道数) 个 tile，填充到 64 B 倍数，连续布局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第一权重 K596A4B73… → 8 tile _ne_0~_ne_7 @ 0xc0 卷积步幅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第二权重 KE125552B… → 4 tile _ne_0~_ne_3 @ 0x40 矩阵乘步幅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未使用通道：空哨兵 tile（desc=0 vs 活动 tile desc=0x0002）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23.5.3  Stabs 风格形状描述符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输入/输出张量通过 stabs 风格类型描述符定义形状（符号类型 0x20）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编码：s&lt;stride&gt;&lt;axis&gt; 四轴：n(批次) c(通道) h(高度) w(宽度)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t0_ane (输入): s8192n / s1024c / s64h / s2w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t5_ane (输出): s64n / s64c / s64h / s2w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输入：8 通道张量，通道主序 → 64 B tile + 16 KiB 页分块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  • 宽度步幅 2 B = 半精度元素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  • 高度步幅 64 B = 1 tile 行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  • 通道步幅 1024 B = 16 高度行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23.5.4 构建清单：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  • 包名 com.apple.ANECompilerFramework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  • 3 个 LC_THREAD 命令：每引擎寄存器/线程状态 + 上下文恢复 blob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23.6  元素类型和操作枚举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表 23.12  11 个序列化元素类型代码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代码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代码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int4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uint16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uint8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int32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uint32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float16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int64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float32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uint64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int16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endParaRPr/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endParaRPr/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0" y="640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表 23.13  79 成员操作类枚举（选定条目）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0" y="109728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代码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代码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MatrixMultiplication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Pooling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Reduction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Concat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ElementWise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NEConv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ScaledElementWise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NEMatMul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Neuron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NEPool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GOC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SDPA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Softmax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AllReduce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4114800"/>
            <a:ext cx="11612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8-bit 浮点和调色板索引类型为独立硬件空间，由 HAL 表门控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容器符号表目录运行到 24 条目（含完整硬件集合）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无转置卷积类 → 降级为卷积/互相关/内核光栅化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完整 79 成员 + 126 成员微操作操作码空间见附录 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23.7  提交 ABI（Submission ABI）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表 23.14  提交接口外部方法选择器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选择器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输入字节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输出字节</a:t>
                      </a:r>
                    </a:p>
                  </a:txBody>
                  <a:tcPr>
                    <a:solidFill>
                      <a:srgbClr val="00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打开设备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程序发送请求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2376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40 异步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创建程序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程序输出集入队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准备程序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指针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程序输入就绪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3104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程序内存映射请求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 标量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销毁程序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创建程序实例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程序链设置活动过程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程序链准备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指针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57200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运行时通过外部方法接口将调度描述符 + 绑定缓冲区交给驱动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内核通过结构体大小（而非仅选择器）消除重载歧义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核心提交调用：异步选择器 2，2376 B 参数结构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  • 含程序令牌、序列号、QoS 对、I/O/中间表面标识符数组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  • 40 B 异步回复：序列结果 + 回显令牌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  • 完成到达通过唤醒端口（非共享内存轮询）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链准备/链设置活动选择器构建固件链缓存 → 多段描述符连接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CCEE"/>
                </a:solidFill>
                <a:latin typeface="Microsoft YaHei"/>
              </a:defRPr>
            </a:pPr>
            <a:r>
              <a:t>第23章 程序和容器格式 演示完毕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1647</Words>
  <Application>Microsoft Office PowerPoint</Application>
  <PresentationFormat>宽屏</PresentationFormat>
  <Paragraphs>493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佳 付</cp:lastModifiedBy>
  <cp:revision>2</cp:revision>
  <dcterms:created xsi:type="dcterms:W3CDTF">2013-01-27T09:14:16Z</dcterms:created>
  <dcterms:modified xsi:type="dcterms:W3CDTF">2026-07-15T13:41:43Z</dcterms:modified>
  <cp:category/>
</cp:coreProperties>
</file>